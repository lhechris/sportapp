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spcBef>
                <a:spcPts val="3000"/>
              </a:spcBef>
              <a:buNone/>
            </a:pPr>
            <a:r>
              <a:rPr b="1"/>
              <a:t>Objectif de l’application</a:t>
            </a:r>
          </a:p>
          <a:p>
            <a:pPr lvl="0" indent="0" marL="0">
              <a:buNone/>
            </a:pPr>
            <a:r>
              <a:rPr/>
              <a:t>Sport App aide les équipes sportives à organiser leurs activités au quotidien.</a:t>
            </a:r>
          </a:p>
          <a:p>
            <a:pPr lvl="0" indent="0" marL="0">
              <a:spcBef>
                <a:spcPts val="3000"/>
              </a:spcBef>
              <a:buNone/>
            </a:pPr>
            <a:r>
              <a:rPr b="1"/>
              <a:t>Ce que l’on peut faire</a:t>
            </a:r>
          </a:p>
          <a:p>
            <a:pPr lvl="0"/>
            <a:r>
              <a:rPr/>
              <a:t>Planifier les matchs</a:t>
            </a:r>
          </a:p>
          <a:p>
            <a:pPr lvl="0"/>
            <a:r>
              <a:rPr/>
              <a:t>Suivre les entraînements</a:t>
            </a:r>
          </a:p>
          <a:p>
            <a:pPr lvl="0"/>
            <a:r>
              <a:rPr/>
              <a:t>Gérer les événements</a:t>
            </a:r>
          </a:p>
          <a:p>
            <a:pPr lvl="0"/>
            <a:r>
              <a:rPr/>
              <a:t>Centraliser les informations des membres</a:t>
            </a:r>
          </a:p>
          <a:p>
            <a:pPr lvl="0" indent="0" marL="0">
              <a:spcBef>
                <a:spcPts val="3000"/>
              </a:spcBef>
              <a:buNone/>
            </a:pPr>
            <a:r>
              <a:rPr b="1"/>
              <a:t>À retenir</a:t>
            </a:r>
          </a:p>
          <a:p>
            <a:pPr lvl="0" indent="0" marL="0">
              <a:buNone/>
            </a:pPr>
            <a:r>
              <a:rPr/>
              <a:t>Les </a:t>
            </a:r>
            <a:r>
              <a:rPr b="1"/>
              <a:t>utilisateurs</a:t>
            </a:r>
            <a:r>
              <a:rPr/>
              <a:t> : ce sont les personnes pouvant se connecter à l’aplication via un compte google ou un login/password</a:t>
            </a:r>
          </a:p>
          <a:p>
            <a:pPr lvl="0" indent="0" marL="0">
              <a:buNone/>
            </a:pPr>
            <a:r>
              <a:rPr/>
              <a:t>Les </a:t>
            </a:r>
            <a:r>
              <a:rPr b="1"/>
              <a:t>membres</a:t>
            </a:r>
            <a:r>
              <a:rPr/>
              <a:t> : ces sont les licenciés (joueurs ou staff) qui peuvent ou non être associé à un (ou plusieurs) utilisateur(s).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Page de bienvenue</a:t>
            </a:r>
          </a:p>
        </p:txBody>
      </p:sp>
      <p:sp>
        <p:nvSpPr>
          <p:cNvPr id="4" name="Text Placeholder 3"/>
          <p:cNvSpPr>
            <a:spLocks noGrp="1"/>
          </p:cNvSpPr>
          <p:nvPr>
            <p:ph idx="2" sz="half" type="body"/>
          </p:nvPr>
        </p:nvSpPr>
        <p:spPr/>
        <p:txBody>
          <a:bodyPr/>
          <a:lstStyle/>
          <a:p>
            <a:pPr lvl="0" indent="0" marL="0">
              <a:buNone/>
            </a:pPr>
            <a:r>
              <a:rPr/>
              <a:t>Cette page est affichée pour tous les utilisateurs non connectés</a:t>
            </a:r>
          </a:p>
        </p:txBody>
      </p:sp>
      <p:pic>
        <p:nvPicPr>
          <p:cNvPr descr="../screenshots/accueil.png" id="0" name="Picture 1"/>
          <p:cNvPicPr>
            <a:picLocks noGrp="1" noChangeAspect="1"/>
          </p:cNvPicPr>
          <p:nvPr/>
        </p:nvPicPr>
        <p:blipFill>
          <a:blip r:embed="rId2"/>
          <a:stretch>
            <a:fillRect/>
          </a:stretch>
        </p:blipFill>
        <p:spPr bwMode="auto">
          <a:xfrm>
            <a:off x="3568700" y="444500"/>
            <a:ext cx="5105400" cy="3898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Page de Connexion</a:t>
            </a:r>
          </a:p>
        </p:txBody>
      </p:sp>
      <p:sp>
        <p:nvSpPr>
          <p:cNvPr id="4" name="Text Placeholder 3"/>
          <p:cNvSpPr>
            <a:spLocks noGrp="1"/>
          </p:cNvSpPr>
          <p:nvPr>
            <p:ph idx="2" sz="half" type="body"/>
          </p:nvPr>
        </p:nvSpPr>
        <p:spPr/>
        <p:txBody>
          <a:bodyPr/>
          <a:lstStyle/>
          <a:p>
            <a:pPr lvl="0" indent="0" marL="0">
              <a:buNone/>
            </a:pPr>
            <a:r>
              <a:rPr/>
              <a:t>Deux modes de connexion</a:t>
            </a:r>
          </a:p>
          <a:p>
            <a:pPr lvl="0" indent="0" marL="0">
              <a:spcBef>
                <a:spcPts val="3000"/>
              </a:spcBef>
              <a:buNone/>
            </a:pPr>
            <a:r>
              <a:rPr b="1"/>
              <a:t>Identifiant / Mot de passe</a:t>
            </a:r>
          </a:p>
          <a:p>
            <a:pPr lvl="0" indent="0" marL="0">
              <a:buNone/>
            </a:pPr>
            <a:r>
              <a:rPr/>
              <a:t>Pour se connecter en utlisant ses identifiants</a:t>
            </a:r>
          </a:p>
          <a:p>
            <a:pPr lvl="0" indent="0" marL="0">
              <a:spcBef>
                <a:spcPts val="3000"/>
              </a:spcBef>
              <a:buNone/>
            </a:pPr>
            <a:r>
              <a:rPr b="1"/>
              <a:t>Compte Google</a:t>
            </a:r>
          </a:p>
          <a:p>
            <a:pPr lvl="0" indent="0" marL="0">
              <a:buNone/>
            </a:pPr>
            <a:r>
              <a:rPr/>
              <a:t>Si le mail renseigné est un compte google, il est possible de se connecter en utlisant le bouton se connecter avec Google.</a:t>
            </a:r>
          </a:p>
          <a:p>
            <a:pPr lvl="0" indent="0" marL="0">
              <a:buNone/>
            </a:pPr>
            <a:r>
              <a:rPr/>
              <a:t>A noter : aucune information du compte ne sera utilisé autre que le nom et email. Ce mode permet la simplification de connexion.</a:t>
            </a:r>
          </a:p>
        </p:txBody>
      </p:sp>
      <p:pic>
        <p:nvPicPr>
          <p:cNvPr descr="../screenshots/login.png" id="0" name="Picture 1"/>
          <p:cNvPicPr>
            <a:picLocks noGrp="1" noChangeAspect="1"/>
          </p:cNvPicPr>
          <p:nvPr/>
        </p:nvPicPr>
        <p:blipFill>
          <a:blip r:embed="rId2"/>
          <a:stretch>
            <a:fillRect/>
          </a:stretch>
        </p:blipFill>
        <p:spPr bwMode="auto">
          <a:xfrm>
            <a:off x="3581400" y="203200"/>
            <a:ext cx="50673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Page de login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Page d’accueil Entraineur</a:t>
            </a:r>
          </a:p>
        </p:txBody>
      </p:sp>
      <p:sp>
        <p:nvSpPr>
          <p:cNvPr id="4" name="Text Placeholder 3"/>
          <p:cNvSpPr>
            <a:spLocks noGrp="1"/>
          </p:cNvSpPr>
          <p:nvPr>
            <p:ph idx="2" sz="half" type="body"/>
          </p:nvPr>
        </p:nvSpPr>
        <p:spPr/>
        <p:txBody>
          <a:bodyPr/>
          <a:lstStyle/>
          <a:p>
            <a:pPr lvl="0" indent="0" marL="0">
              <a:spcBef>
                <a:spcPts val="3000"/>
              </a:spcBef>
              <a:buNone/>
            </a:pPr>
            <a:r>
              <a:rPr b="1"/>
              <a:t>Bouton Installer l’application</a:t>
            </a:r>
          </a:p>
          <a:p>
            <a:pPr lvl="0" indent="0" marL="0">
              <a:buNone/>
            </a:pPr>
            <a:r>
              <a:rPr/>
              <a:t>Permet d’installer l’application sur le smartphone ou ordinateur. Ce boutton disparait si l’application à été installée.</a:t>
            </a:r>
          </a:p>
          <a:p>
            <a:pPr lvl="0" indent="0" marL="0">
              <a:spcBef>
                <a:spcPts val="3000"/>
              </a:spcBef>
              <a:buNone/>
            </a:pPr>
            <a:r>
              <a:rPr b="1"/>
              <a:t>Bouton S’abonner</a:t>
            </a:r>
          </a:p>
          <a:p>
            <a:pPr lvl="0" indent="0" marL="0">
              <a:buNone/>
            </a:pPr>
            <a:r>
              <a:rPr/>
              <a:t>Permet de recevoir les notification</a:t>
            </a:r>
          </a:p>
          <a:p>
            <a:pPr lvl="0" indent="0" marL="0">
              <a:spcBef>
                <a:spcPts val="3000"/>
              </a:spcBef>
              <a:buNone/>
            </a:pPr>
            <a:r>
              <a:rPr b="1"/>
              <a:t>Liste des Equipes</a:t>
            </a:r>
          </a:p>
          <a:p>
            <a:pPr lvl="0" indent="0" marL="0">
              <a:buNone/>
            </a:pPr>
            <a:r>
              <a:rPr/>
              <a:t>Toutes les équipes dont l’entraineur est administrateur.</a:t>
            </a:r>
          </a:p>
          <a:p>
            <a:pPr lvl="0" indent="0" marL="0">
              <a:spcBef>
                <a:spcPts val="3000"/>
              </a:spcBef>
              <a:buNone/>
            </a:pPr>
            <a:r>
              <a:rPr b="1"/>
              <a:t>Liste des joueurs de l’entraineur</a:t>
            </a:r>
          </a:p>
          <a:p>
            <a:pPr lvl="0" indent="0" marL="0">
              <a:buNone/>
            </a:pPr>
            <a:r>
              <a:rPr/>
              <a:t>Ce sont les joueurs (membres) qui sont associé au compte utilisateur de l’entraineur. C’est cette liste qui est présenté aux parent.</a:t>
            </a:r>
          </a:p>
          <a:p>
            <a:pPr lvl="0" indent="0" marL="0">
              <a:buNone/>
            </a:pPr>
            <a:r>
              <a:rPr/>
              <a:t>Possibilité de définir les présence aux matchs et événements des joueurs.</a:t>
            </a:r>
          </a:p>
        </p:txBody>
      </p:sp>
      <p:pic>
        <p:nvPicPr>
          <p:cNvPr descr="../screenshots/dashboard.png" id="0" name="Picture 1"/>
          <p:cNvPicPr>
            <a:picLocks noGrp="1" noChangeAspect="1"/>
          </p:cNvPicPr>
          <p:nvPr/>
        </p:nvPicPr>
        <p:blipFill>
          <a:blip r:embed="rId2"/>
          <a:stretch>
            <a:fillRect/>
          </a:stretch>
        </p:blipFill>
        <p:spPr bwMode="auto">
          <a:xfrm>
            <a:off x="3860800" y="203200"/>
            <a:ext cx="45085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Tableau de bord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Liste des matchs de l’équipe</a:t>
            </a:r>
          </a:p>
        </p:txBody>
      </p:sp>
      <p:sp>
        <p:nvSpPr>
          <p:cNvPr id="4" name="Text Placeholder 3"/>
          <p:cNvSpPr>
            <a:spLocks noGrp="1"/>
          </p:cNvSpPr>
          <p:nvPr>
            <p:ph idx="2" sz="half" type="body"/>
          </p:nvPr>
        </p:nvSpPr>
        <p:spPr/>
        <p:txBody>
          <a:bodyPr/>
          <a:lstStyle/>
          <a:p>
            <a:pPr lvl="0" indent="0" marL="0">
              <a:buNone/>
            </a:pPr>
            <a:r>
              <a:rPr/>
              <a:t>Cette page affiche tous les matchs de l’équipe. Cliquer sur un match pour afficher le détail et le modifier.</a:t>
            </a:r>
          </a:p>
        </p:txBody>
      </p:sp>
      <p:pic>
        <p:nvPicPr>
          <p:cNvPr descr="../screenshots/team_matchs.png" id="0" name="Picture 1"/>
          <p:cNvPicPr>
            <a:picLocks noGrp="1" noChangeAspect="1"/>
          </p:cNvPicPr>
          <p:nvPr/>
        </p:nvPicPr>
        <p:blipFill>
          <a:blip r:embed="rId2"/>
          <a:stretch>
            <a:fillRect/>
          </a:stretch>
        </p:blipFill>
        <p:spPr bwMode="auto">
          <a:xfrm>
            <a:off x="3568700" y="1435100"/>
            <a:ext cx="5105400" cy="1930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Liste des effectifs de l’équipe</a:t>
            </a:r>
          </a:p>
        </p:txBody>
      </p:sp>
      <p:sp>
        <p:nvSpPr>
          <p:cNvPr id="4" name="Text Placeholder 3"/>
          <p:cNvSpPr>
            <a:spLocks noGrp="1"/>
          </p:cNvSpPr>
          <p:nvPr>
            <p:ph idx="2" sz="half" type="body"/>
          </p:nvPr>
        </p:nvSpPr>
        <p:spPr/>
        <p:txBody>
          <a:bodyPr/>
          <a:lstStyle/>
          <a:p>
            <a:pPr lvl="0" indent="0" marL="0">
              <a:buNone/>
            </a:pPr>
            <a:r>
              <a:rPr/>
              <a:t>Affiche tous les joueurs et staffs de l’équipe. Pour chaque joueur la licence, le nombre de match joué et le nombre d’entrainement sont affichés.</a:t>
            </a:r>
          </a:p>
          <a:p>
            <a:pPr lvl="0" indent="0" marL="0">
              <a:buNone/>
            </a:pPr>
            <a:r>
              <a:rPr/>
              <a:t>Les administrateurs de l’équipe sont les utilisateurs qui peuvent gérer cette équipe.</a:t>
            </a:r>
          </a:p>
        </p:txBody>
      </p:sp>
      <p:pic>
        <p:nvPicPr>
          <p:cNvPr descr="../screenshots/team_effectif.png" id="0" name="Picture 1"/>
          <p:cNvPicPr>
            <a:picLocks noGrp="1" noChangeAspect="1"/>
          </p:cNvPicPr>
          <p:nvPr/>
        </p:nvPicPr>
        <p:blipFill>
          <a:blip r:embed="rId2"/>
          <a:stretch>
            <a:fillRect/>
          </a:stretch>
        </p:blipFill>
        <p:spPr bwMode="auto">
          <a:xfrm>
            <a:off x="4191000" y="203200"/>
            <a:ext cx="3873500" cy="43815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Liste des entrainements de l’équipe</a:t>
            </a:r>
          </a:p>
        </p:txBody>
      </p:sp>
      <p:sp>
        <p:nvSpPr>
          <p:cNvPr id="4" name="Text Placeholder 3"/>
          <p:cNvSpPr>
            <a:spLocks noGrp="1"/>
          </p:cNvSpPr>
          <p:nvPr>
            <p:ph idx="2" sz="half" type="body"/>
          </p:nvPr>
        </p:nvSpPr>
        <p:spPr/>
        <p:txBody>
          <a:bodyPr/>
          <a:lstStyle/>
          <a:p>
            <a:pPr lvl="0" indent="0" marL="0">
              <a:buNone/>
            </a:pPr>
            <a:r>
              <a:rPr/>
              <a:t>Affiche la liste des entrainements de l’équipe.</a:t>
            </a:r>
          </a:p>
          <a:p>
            <a:pPr lvl="0" indent="0" marL="0">
              <a:buNone/>
            </a:pPr>
            <a:r>
              <a:rPr/>
              <a:t>Il n’a pas été prévu de créer à l’avance tous les entrainements de l’année. A chaque début d’entrainement il faut cliquer sur ajouter pour gérer les présences.</a:t>
            </a:r>
          </a:p>
          <a:p>
            <a:pPr lvl="0" indent="0" marL="0">
              <a:buNone/>
            </a:pPr>
            <a:r>
              <a:rPr/>
              <a:t>Il n’a pas été prévu non plus que les parents peuvent gérer la présence des jouers aux entrainements (pas de système de convocation comme sur sporteasy)</a:t>
            </a:r>
          </a:p>
        </p:txBody>
      </p:sp>
      <p:pic>
        <p:nvPicPr>
          <p:cNvPr descr="../screenshots/team_trainings.png" id="0" name="Picture 1"/>
          <p:cNvPicPr>
            <a:picLocks noGrp="1" noChangeAspect="1"/>
          </p:cNvPicPr>
          <p:nvPr/>
        </p:nvPicPr>
        <p:blipFill>
          <a:blip r:embed="rId2"/>
          <a:stretch>
            <a:fillRect/>
          </a:stretch>
        </p:blipFill>
        <p:spPr bwMode="auto">
          <a:xfrm>
            <a:off x="3568700" y="1524000"/>
            <a:ext cx="5105400" cy="1727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Sélections des joueurs</a:t>
            </a:r>
          </a:p>
        </p:txBody>
      </p:sp>
      <p:sp>
        <p:nvSpPr>
          <p:cNvPr id="4" name="Text Placeholder 3"/>
          <p:cNvSpPr>
            <a:spLocks noGrp="1"/>
          </p:cNvSpPr>
          <p:nvPr>
            <p:ph idx="2" sz="half" type="body"/>
          </p:nvPr>
        </p:nvSpPr>
        <p:spPr/>
        <p:txBody>
          <a:bodyPr/>
          <a:lstStyle/>
          <a:p>
            <a:pPr lvl="0" indent="0" marL="0">
              <a:buNone/>
            </a:pPr>
            <a:r>
              <a:rPr/>
              <a:t>Ce menu permet de synthétiser la sélection des jueurs aux matchs. Et de visualiser le nombre de match joué par joueurs.</a:t>
            </a:r>
          </a:p>
          <a:p>
            <a:pPr lvl="0" indent="0" marL="0">
              <a:buNone/>
            </a:pPr>
            <a:r>
              <a:rPr/>
              <a:t>Les checkbox permettent de choisir les joueurs parmis les disponibilités.</a:t>
            </a:r>
          </a:p>
          <a:p>
            <a:pPr lvl="0" indent="0" marL="0">
              <a:spcBef>
                <a:spcPts val="3000"/>
              </a:spcBef>
              <a:buNone/>
            </a:pPr>
            <a:r>
              <a:rPr b="1"/>
              <a:t>Symboles :</a:t>
            </a:r>
          </a:p>
          <a:p>
            <a:pPr lvl="0"/>
            <a:r>
              <a:rPr/>
              <a:t>❌ : le joueur n’est pas disponible</a:t>
            </a:r>
          </a:p>
          <a:p>
            <a:pPr lvl="0"/>
            <a:r>
              <a:rPr/>
              <a:t>❓ : le joueur est défini à peut être</a:t>
            </a:r>
          </a:p>
          <a:p>
            <a:pPr lvl="0"/>
            <a:r>
              <a:rPr/>
              <a:t>⏳ : le joueur n’a pas encore répondu</a:t>
            </a:r>
          </a:p>
          <a:p>
            <a:pPr lvl="0"/>
            <a:r>
              <a:rPr/>
              <a:t>➖​ : le joueur a été ajouté dans l’équipe après la date du match.</a:t>
            </a:r>
          </a:p>
        </p:txBody>
      </p:sp>
      <p:pic>
        <p:nvPicPr>
          <p:cNvPr descr="../screenshots/team_selections.png" id="0" name="Picture 1"/>
          <p:cNvPicPr>
            <a:picLocks noGrp="1" noChangeAspect="1"/>
          </p:cNvPicPr>
          <p:nvPr/>
        </p:nvPicPr>
        <p:blipFill>
          <a:blip r:embed="rId2"/>
          <a:stretch>
            <a:fillRect/>
          </a:stretch>
        </p:blipFill>
        <p:spPr bwMode="auto">
          <a:xfrm>
            <a:off x="3568700" y="1282700"/>
            <a:ext cx="5105400" cy="22225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Liste des événements de l’équipe</a:t>
            </a:r>
          </a:p>
        </p:txBody>
      </p:sp>
      <p:sp>
        <p:nvSpPr>
          <p:cNvPr id="4" name="Text Placeholder 3"/>
          <p:cNvSpPr>
            <a:spLocks noGrp="1"/>
          </p:cNvSpPr>
          <p:nvPr>
            <p:ph idx="2" sz="half" type="body"/>
          </p:nvPr>
        </p:nvSpPr>
        <p:spPr/>
        <p:txBody>
          <a:bodyPr/>
          <a:lstStyle/>
          <a:p>
            <a:pPr lvl="0" indent="0" marL="0">
              <a:buNone/>
            </a:pPr>
            <a:r>
              <a:rPr/>
              <a:t>Affiche la liste des événements de l’équipe autre que les matchs et entrainements.</a:t>
            </a:r>
          </a:p>
          <a:p>
            <a:pPr lvl="0" indent="0" marL="0">
              <a:buNone/>
            </a:pPr>
            <a:r>
              <a:rPr/>
              <a:t>Comme pour les matchs, la disponibilité des joueurs est demandées aux parents.</a:t>
            </a:r>
          </a:p>
        </p:txBody>
      </p:sp>
      <p:pic>
        <p:nvPicPr>
          <p:cNvPr descr="../screenshots/team_events.png" id="0" name="Picture 1"/>
          <p:cNvPicPr>
            <a:picLocks noGrp="1" noChangeAspect="1"/>
          </p:cNvPicPr>
          <p:nvPr/>
        </p:nvPicPr>
        <p:blipFill>
          <a:blip r:embed="rId2"/>
          <a:stretch>
            <a:fillRect/>
          </a:stretch>
        </p:blipFill>
        <p:spPr bwMode="auto">
          <a:xfrm>
            <a:off x="3568700" y="1524000"/>
            <a:ext cx="5105400" cy="17526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Ajouter un match</a:t>
            </a:r>
          </a:p>
        </p:txBody>
      </p:sp>
      <p:sp>
        <p:nvSpPr>
          <p:cNvPr id="4" name="Text Placeholder 3"/>
          <p:cNvSpPr>
            <a:spLocks noGrp="1"/>
          </p:cNvSpPr>
          <p:nvPr>
            <p:ph idx="2" sz="half" type="body"/>
          </p:nvPr>
        </p:nvSpPr>
        <p:spPr/>
        <p:txBody>
          <a:bodyPr/>
          <a:lstStyle/>
          <a:p>
            <a:pPr lvl="0" indent="0" marL="0">
              <a:spcBef>
                <a:spcPts val="3000"/>
              </a:spcBef>
              <a:buNone/>
            </a:pPr>
            <a:r>
              <a:rPr b="1"/>
              <a:t>Titre</a:t>
            </a:r>
          </a:p>
          <a:p>
            <a:pPr lvl="0" indent="0" marL="0">
              <a:buNone/>
            </a:pPr>
            <a:r>
              <a:rPr/>
              <a:t>En général on inscrit E1 / E2</a:t>
            </a:r>
          </a:p>
          <a:p>
            <a:pPr lvl="0" indent="0" marL="0">
              <a:spcBef>
                <a:spcPts val="3000"/>
              </a:spcBef>
              <a:buNone/>
            </a:pPr>
            <a:r>
              <a:rPr b="1"/>
              <a:t>Date</a:t>
            </a:r>
          </a:p>
          <a:p>
            <a:pPr lvl="0" indent="0" marL="0">
              <a:buNone/>
            </a:pPr>
            <a:r>
              <a:rPr/>
              <a:t>date et heure du match, </a:t>
            </a:r>
            <a:r>
              <a:rPr b="1"/>
              <a:t>ne pas oublier</a:t>
            </a:r>
            <a:r>
              <a:rPr/>
              <a:t> de mettre l’heure de début du match.</a:t>
            </a:r>
          </a:p>
          <a:p>
            <a:pPr lvl="0" indent="0" marL="0">
              <a:spcBef>
                <a:spcPts val="3000"/>
              </a:spcBef>
              <a:buNone/>
            </a:pPr>
            <a:r>
              <a:rPr b="1"/>
              <a:t>Numéro</a:t>
            </a:r>
          </a:p>
          <a:p>
            <a:pPr lvl="0" indent="0" marL="0">
              <a:buNone/>
            </a:pPr>
            <a:r>
              <a:rPr/>
              <a:t>Référence du match (cf comité)</a:t>
            </a:r>
          </a:p>
          <a:p>
            <a:pPr lvl="0" indent="0" marL="0">
              <a:spcBef>
                <a:spcPts val="3000"/>
              </a:spcBef>
              <a:buNone/>
            </a:pPr>
            <a:r>
              <a:rPr b="1"/>
              <a:t>Adresse</a:t>
            </a:r>
          </a:p>
          <a:p>
            <a:pPr lvl="0" indent="0" marL="0">
              <a:buNone/>
            </a:pPr>
            <a:r>
              <a:rPr/>
              <a:t>choisir parmis la liste des gymnase proposé, s’il n’existe pas il faut aller le rajouter depuis la page d’acceuil.</a:t>
            </a:r>
          </a:p>
          <a:p>
            <a:pPr lvl="0" indent="0" marL="0">
              <a:spcBef>
                <a:spcPts val="3000"/>
              </a:spcBef>
              <a:buNone/>
            </a:pPr>
            <a:r>
              <a:rPr b="1"/>
              <a:t>Rendez-vous</a:t>
            </a:r>
          </a:p>
          <a:p>
            <a:pPr lvl="0" indent="0" marL="0">
              <a:buNone/>
            </a:pPr>
            <a:r>
              <a:rPr/>
              <a:t>Pour définir le lieu et l’heure de rendez-vous</a:t>
            </a:r>
          </a:p>
          <a:p>
            <a:pPr lvl="0" indent="0" marL="0">
              <a:spcBef>
                <a:spcPts val="3000"/>
              </a:spcBef>
              <a:buNone/>
            </a:pPr>
            <a:r>
              <a:rPr b="1"/>
              <a:t>Score</a:t>
            </a:r>
          </a:p>
          <a:p>
            <a:pPr lvl="0" indent="0" marL="0">
              <a:buNone/>
            </a:pPr>
            <a:r>
              <a:rPr/>
              <a:t>Le score du match (normalement à laisser vide à la création du match).</a:t>
            </a:r>
          </a:p>
          <a:p>
            <a:pPr lvl="0" indent="0" marL="0">
              <a:spcBef>
                <a:spcPts val="3000"/>
              </a:spcBef>
              <a:buNone/>
            </a:pPr>
            <a:r>
              <a:rPr b="1"/>
              <a:t>Commentaire</a:t>
            </a:r>
          </a:p>
          <a:p>
            <a:pPr lvl="0" indent="0" marL="0">
              <a:buNone/>
            </a:pPr>
            <a:r>
              <a:rPr/>
              <a:t>Champ libre qui est uniquement visible par les coachs (administrateur de l’équipe).</a:t>
            </a:r>
          </a:p>
          <a:p>
            <a:pPr lvl="0" indent="0" marL="0">
              <a:buNone/>
            </a:pPr>
            <a:r>
              <a:rPr/>
              <a:t>Tous ces champs sont modifiable plus tard.</a:t>
            </a:r>
          </a:p>
        </p:txBody>
      </p:sp>
      <p:pic>
        <p:nvPicPr>
          <p:cNvPr descr="../screenshots/add_match.png" id="0" name="Picture 1"/>
          <p:cNvPicPr>
            <a:picLocks noGrp="1" noChangeAspect="1"/>
          </p:cNvPicPr>
          <p:nvPr/>
        </p:nvPicPr>
        <p:blipFill>
          <a:blip r:embed="rId2"/>
          <a:stretch>
            <a:fillRect/>
          </a:stretch>
        </p:blipFill>
        <p:spPr bwMode="auto">
          <a:xfrm>
            <a:off x="4178300" y="203200"/>
            <a:ext cx="3898900" cy="43815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Afficher/modifier un match 1/2</a:t>
            </a:r>
          </a:p>
        </p:txBody>
      </p:sp>
      <p:sp>
        <p:nvSpPr>
          <p:cNvPr id="4" name="Text Placeholder 3"/>
          <p:cNvSpPr>
            <a:spLocks noGrp="1"/>
          </p:cNvSpPr>
          <p:nvPr>
            <p:ph idx="2" sz="half" type="body"/>
          </p:nvPr>
        </p:nvSpPr>
        <p:spPr/>
        <p:txBody>
          <a:bodyPr/>
          <a:lstStyle/>
          <a:p>
            <a:pPr lvl="0" indent="0" marL="0">
              <a:buNone/>
            </a:pPr>
            <a:r>
              <a:rPr/>
              <a:t>Cette page permet de gérer le match.</a:t>
            </a:r>
          </a:p>
          <a:p>
            <a:pPr lvl="0" indent="0" marL="0">
              <a:spcBef>
                <a:spcPts val="3000"/>
              </a:spcBef>
              <a:buNone/>
            </a:pPr>
            <a:r>
              <a:rPr b="1"/>
              <a:t>Entête</a:t>
            </a:r>
          </a:p>
          <a:p>
            <a:pPr lvl="0" indent="0" marL="0">
              <a:buNone/>
            </a:pPr>
            <a:r>
              <a:rPr/>
              <a:t>Décrit les informations du match, le bouton itinéraire lance l’application de navigation par défaut ou une liste de choix d’applications.</a:t>
            </a:r>
          </a:p>
          <a:p>
            <a:pPr lvl="0" indent="0" marL="0">
              <a:spcBef>
                <a:spcPts val="3000"/>
              </a:spcBef>
              <a:buNone/>
            </a:pPr>
            <a:r>
              <a:rPr b="1"/>
              <a:t>Boutons</a:t>
            </a:r>
          </a:p>
          <a:p>
            <a:pPr lvl="0" indent="0" marL="0">
              <a:buNone/>
            </a:pPr>
            <a:r>
              <a:rPr i="1"/>
              <a:t>Envoyer une notification</a:t>
            </a:r>
            <a:r>
              <a:rPr/>
              <a:t> : permet d’envoyer une notification aux applications abonnées pour demander de valider la disponibilité.</a:t>
            </a:r>
          </a:p>
          <a:p>
            <a:pPr lvl="0" indent="0" marL="0">
              <a:buNone/>
            </a:pPr>
            <a:r>
              <a:rPr i="1"/>
              <a:t>Feuille de route</a:t>
            </a:r>
            <a:r>
              <a:rPr/>
              <a:t> : uniquement pour les équipes U11, génère l’excel du comité.</a:t>
            </a:r>
          </a:p>
          <a:p>
            <a:pPr lvl="0" indent="0" marL="0">
              <a:buNone/>
            </a:pPr>
            <a:r>
              <a:rPr i="1"/>
              <a:t>retour à l’équipe</a:t>
            </a:r>
            <a:r>
              <a:rPr/>
              <a:t> : retourne sur la page de gestion de l’équipe.</a:t>
            </a:r>
          </a:p>
          <a:p>
            <a:pPr lvl="0" indent="0" marL="0">
              <a:spcBef>
                <a:spcPts val="3000"/>
              </a:spcBef>
              <a:buNone/>
            </a:pPr>
            <a:r>
              <a:rPr b="1"/>
              <a:t>Liste des joueurs</a:t>
            </a:r>
          </a:p>
          <a:p>
            <a:pPr lvl="0" indent="0" marL="0">
              <a:buNone/>
            </a:pPr>
            <a:r>
              <a:rPr/>
              <a:t>Permet de modifier les disponibilités et gérer les sélectionnés.</a:t>
            </a:r>
          </a:p>
          <a:p>
            <a:pPr lvl="0" indent="0" marL="0">
              <a:spcBef>
                <a:spcPts val="3000"/>
              </a:spcBef>
              <a:buNone/>
            </a:pPr>
            <a:r>
              <a:rPr b="1"/>
              <a:t>Joueurs sélectionnés</a:t>
            </a:r>
          </a:p>
          <a:p>
            <a:pPr lvl="0" indent="0" marL="0">
              <a:buNone/>
            </a:pPr>
            <a:r>
              <a:rPr/>
              <a:t>Permet de gérer les options de match par joueur, ces options sont modifiable dans le menu paramètre de l’équipe.</a:t>
            </a:r>
          </a:p>
        </p:txBody>
      </p:sp>
      <p:pic>
        <p:nvPicPr>
          <p:cNvPr descr="../screenshots/edit_match1.png" id="0" name="Picture 1"/>
          <p:cNvPicPr>
            <a:picLocks noGrp="1" noChangeAspect="1"/>
          </p:cNvPicPr>
          <p:nvPr/>
        </p:nvPicPr>
        <p:blipFill>
          <a:blip r:embed="rId2"/>
          <a:stretch>
            <a:fillRect/>
          </a:stretch>
        </p:blipFill>
        <p:spPr bwMode="auto">
          <a:xfrm>
            <a:off x="3568700" y="355600"/>
            <a:ext cx="5105400" cy="40767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Afficher/modifier un match 1/2</a:t>
            </a:r>
          </a:p>
        </p:txBody>
      </p:sp>
      <p:sp>
        <p:nvSpPr>
          <p:cNvPr id="4" name="Text Placeholder 3"/>
          <p:cNvSpPr>
            <a:spLocks noGrp="1"/>
          </p:cNvSpPr>
          <p:nvPr>
            <p:ph idx="2" sz="half" type="body"/>
          </p:nvPr>
        </p:nvSpPr>
        <p:spPr/>
        <p:txBody>
          <a:bodyPr/>
          <a:lstStyle/>
          <a:p>
            <a:pPr lvl="0" indent="0" marL="0">
              <a:spcBef>
                <a:spcPts val="3000"/>
              </a:spcBef>
              <a:buNone/>
            </a:pPr>
            <a:r>
              <a:rPr b="1"/>
              <a:t>Whatsapp</a:t>
            </a:r>
          </a:p>
          <a:p>
            <a:pPr lvl="0" indent="0" marL="0">
              <a:buNone/>
            </a:pPr>
            <a:r>
              <a:rPr/>
              <a:t>Texte généré pour le match, modifiable dans les paramètres de l’équipe. Le bouton </a:t>
            </a:r>
            <a:r>
              <a:rPr i="1"/>
              <a:t>Copier et ouvrir WhatsApp</a:t>
            </a:r>
            <a:r>
              <a:rPr/>
              <a:t> copie le texte dans le presse papier et ouvre l’application whatsapp sur le groupe défini dans les parmètres de l’équipe. Il ne reste plus qu’à coller.</a:t>
            </a:r>
          </a:p>
          <a:p>
            <a:pPr lvl="0" indent="0" marL="0">
              <a:spcBef>
                <a:spcPts val="3000"/>
              </a:spcBef>
              <a:buNone/>
            </a:pPr>
            <a:r>
              <a:rPr b="1"/>
              <a:t>Statistiques</a:t>
            </a:r>
          </a:p>
          <a:p>
            <a:pPr lvl="0" indent="0" marL="0">
              <a:buNone/>
            </a:pPr>
            <a:r>
              <a:rPr/>
              <a:t>Les statistiques par joueurs peuvent être rentrés. Ces stats ne sont pas visibles par les parents et sont configurable dans les paramètres de l’équipe.</a:t>
            </a:r>
          </a:p>
        </p:txBody>
      </p:sp>
      <p:pic>
        <p:nvPicPr>
          <p:cNvPr descr="../screenshots/edit_match2.png" id="0" name="Picture 1"/>
          <p:cNvPicPr>
            <a:picLocks noGrp="1" noChangeAspect="1"/>
          </p:cNvPicPr>
          <p:nvPr/>
        </p:nvPicPr>
        <p:blipFill>
          <a:blip r:embed="rId2"/>
          <a:stretch>
            <a:fillRect/>
          </a:stretch>
        </p:blipFill>
        <p:spPr bwMode="auto">
          <a:xfrm>
            <a:off x="3568700" y="254000"/>
            <a:ext cx="5105400" cy="4279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Paramètres d’équipe 1/2</a:t>
            </a:r>
          </a:p>
        </p:txBody>
      </p:sp>
      <p:sp>
        <p:nvSpPr>
          <p:cNvPr id="4" name="Text Placeholder 3"/>
          <p:cNvSpPr>
            <a:spLocks noGrp="1"/>
          </p:cNvSpPr>
          <p:nvPr>
            <p:ph idx="2" sz="half" type="body"/>
          </p:nvPr>
        </p:nvSpPr>
        <p:spPr/>
        <p:txBody>
          <a:bodyPr/>
          <a:lstStyle/>
          <a:p>
            <a:pPr lvl="0" indent="0" marL="0">
              <a:spcBef>
                <a:spcPts val="3000"/>
              </a:spcBef>
              <a:buNone/>
            </a:pPr>
            <a:r>
              <a:rPr b="1"/>
              <a:t>nom</a:t>
            </a:r>
          </a:p>
          <a:p>
            <a:pPr lvl="0" indent="0" marL="0">
              <a:buNone/>
            </a:pPr>
            <a:r>
              <a:rPr/>
              <a:t>le nom de l’équipe</a:t>
            </a:r>
          </a:p>
          <a:p>
            <a:pPr lvl="0" indent="0" marL="0">
              <a:spcBef>
                <a:spcPts val="3000"/>
              </a:spcBef>
              <a:buNone/>
            </a:pPr>
            <a:r>
              <a:rPr b="1"/>
              <a:t>lien d’invitation du groupe Whatsapp</a:t>
            </a:r>
          </a:p>
          <a:p>
            <a:pPr lvl="0" indent="0" marL="0">
              <a:buNone/>
            </a:pPr>
            <a:r>
              <a:rPr/>
              <a:t>pour envoyer le message de convocation.</a:t>
            </a:r>
          </a:p>
          <a:p>
            <a:pPr lvl="0" indent="0" marL="0">
              <a:buNone/>
            </a:pPr>
            <a:r>
              <a:rPr/>
              <a:t>Dans l’application Whatsapp </a:t>
            </a:r>
            <a:r>
              <a:rPr i="1"/>
              <a:t>paramètres-&gt;info groupe-&gt;inviter via un lien ou un code QR</a:t>
            </a:r>
          </a:p>
          <a:p>
            <a:pPr lvl="0" indent="0" marL="0">
              <a:spcBef>
                <a:spcPts val="3000"/>
              </a:spcBef>
              <a:buNone/>
            </a:pPr>
            <a:r>
              <a:rPr b="1"/>
              <a:t>Message de convocation</a:t>
            </a:r>
          </a:p>
          <a:p>
            <a:pPr lvl="0" indent="0" marL="0">
              <a:buNone/>
            </a:pPr>
            <a:r>
              <a:rPr/>
              <a:t>c’est le message généré dans les matchs. Les tags suivants seront remplacés :</a:t>
            </a:r>
          </a:p>
          <a:p>
            <a:pPr lvl="0"/>
            <a:r>
              <a:rPr/>
              <a:t>%SELECTION% : la liste des joueurs sélectionné</a:t>
            </a:r>
          </a:p>
          <a:p>
            <a:pPr lvl="0"/>
            <a:r>
              <a:rPr/>
              <a:t>%NONSELECTION% : la liste des joueurs non sélectionné</a:t>
            </a:r>
          </a:p>
          <a:p>
            <a:pPr lvl="0"/>
            <a:r>
              <a:rPr/>
              <a:t>%JOURMATCH% : la date et heure du match </a:t>
            </a:r>
            <a:r>
              <a:rPr i="1"/>
              <a:t>ex: samedi 08 août</a:t>
            </a:r>
            <a:r>
              <a:rPr/>
              <a:t>.</a:t>
            </a:r>
          </a:p>
          <a:p>
            <a:pPr lvl="0"/>
            <a:r>
              <a:rPr/>
              <a:t>%RENDEZVOUS% : le texte définie dans le champ rendez vous du match.</a:t>
            </a:r>
          </a:p>
        </p:txBody>
      </p:sp>
      <p:pic>
        <p:nvPicPr>
          <p:cNvPr descr="../screenshots/team_params.png" id="0" name="Picture 1"/>
          <p:cNvPicPr>
            <a:picLocks noGrp="1" noChangeAspect="1"/>
          </p:cNvPicPr>
          <p:nvPr/>
        </p:nvPicPr>
        <p:blipFill>
          <a:blip r:embed="rId2"/>
          <a:stretch>
            <a:fillRect/>
          </a:stretch>
        </p:blipFill>
        <p:spPr bwMode="auto">
          <a:xfrm>
            <a:off x="3568700" y="228600"/>
            <a:ext cx="5105400" cy="4343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Paramètres d’équipe 2/2 (options des matchs)</a:t>
            </a:r>
          </a:p>
        </p:txBody>
      </p:sp>
      <p:sp>
        <p:nvSpPr>
          <p:cNvPr id="4" name="Text Placeholder 3"/>
          <p:cNvSpPr>
            <a:spLocks noGrp="1"/>
          </p:cNvSpPr>
          <p:nvPr>
            <p:ph idx="2" sz="half" type="body"/>
          </p:nvPr>
        </p:nvSpPr>
        <p:spPr/>
        <p:txBody>
          <a:bodyPr/>
          <a:lstStyle/>
          <a:p>
            <a:pPr lvl="0" indent="0" marL="0">
              <a:spcBef>
                <a:spcPts val="3000"/>
              </a:spcBef>
              <a:buNone/>
            </a:pPr>
            <a:r>
              <a:rPr b="1"/>
              <a:t>Nom</a:t>
            </a:r>
          </a:p>
          <a:p>
            <a:pPr lvl="0" indent="0" marL="0">
              <a:buNone/>
            </a:pPr>
            <a:r>
              <a:rPr/>
              <a:t>Le nom qui apparait dans le tableau</a:t>
            </a:r>
          </a:p>
          <a:p>
            <a:pPr lvl="0" indent="0" marL="0">
              <a:spcBef>
                <a:spcPts val="3000"/>
              </a:spcBef>
              <a:buNone/>
            </a:pPr>
            <a:r>
              <a:rPr b="1"/>
              <a:t>Type</a:t>
            </a:r>
          </a:p>
          <a:p>
            <a:pPr lvl="0"/>
            <a:r>
              <a:rPr i="1"/>
              <a:t>Texte</a:t>
            </a:r>
            <a:r>
              <a:rPr/>
              <a:t> : un simple texte</a:t>
            </a:r>
          </a:p>
          <a:p>
            <a:pPr lvl="0"/>
            <a:r>
              <a:rPr i="1"/>
              <a:t>Nombre</a:t>
            </a:r>
            <a:r>
              <a:rPr/>
              <a:t> : un simple nombre</a:t>
            </a:r>
          </a:p>
          <a:p>
            <a:pPr lvl="0"/>
            <a:r>
              <a:rPr i="1"/>
              <a:t>Case à cocher</a:t>
            </a:r>
            <a:r>
              <a:rPr/>
              <a:t> : une case à cocher</a:t>
            </a:r>
          </a:p>
          <a:p>
            <a:pPr lvl="0"/>
            <a:r>
              <a:rPr i="1"/>
              <a:t>Opposition</a:t>
            </a:r>
            <a:r>
              <a:rPr/>
              <a:t> : un choix entre A et B</a:t>
            </a:r>
          </a:p>
          <a:p>
            <a:pPr lvl="0" indent="0" marL="0">
              <a:spcBef>
                <a:spcPts val="3000"/>
              </a:spcBef>
              <a:buNone/>
            </a:pPr>
            <a:r>
              <a:rPr b="1"/>
              <a:t>Ordre</a:t>
            </a:r>
          </a:p>
          <a:p>
            <a:pPr lvl="0" indent="0" marL="0">
              <a:buNone/>
            </a:pPr>
            <a:r>
              <a:rPr/>
              <a:t>L’ordre d’apparition dans le tableau</a:t>
            </a:r>
          </a:p>
          <a:p>
            <a:pPr lvl="0" indent="0" marL="0">
              <a:spcBef>
                <a:spcPts val="3000"/>
              </a:spcBef>
              <a:buNone/>
            </a:pPr>
            <a:r>
              <a:rPr b="1"/>
              <a:t>Affichage</a:t>
            </a:r>
          </a:p>
          <a:p>
            <a:pPr lvl="0"/>
            <a:r>
              <a:rPr i="1"/>
              <a:t>Entraineurs</a:t>
            </a:r>
            <a:r>
              <a:rPr/>
              <a:t> : uniquement visible par les entraineurs</a:t>
            </a:r>
          </a:p>
          <a:p>
            <a:pPr lvl="0"/>
            <a:r>
              <a:rPr i="1"/>
              <a:t>Tous</a:t>
            </a:r>
            <a:r>
              <a:rPr/>
              <a:t> : visible pour tous (entraineurs et parents) mais modifiable que par les entraineurs.</a:t>
            </a:r>
          </a:p>
          <a:p>
            <a:pPr lvl="0"/>
            <a:r>
              <a:rPr i="1"/>
              <a:t>Tous et modifiable</a:t>
            </a:r>
            <a:r>
              <a:rPr/>
              <a:t> : modifiable par tous.</a:t>
            </a:r>
          </a:p>
          <a:p>
            <a:pPr lvl="0"/>
            <a:r>
              <a:rPr i="1"/>
              <a:t>Statistique</a:t>
            </a:r>
            <a:r>
              <a:rPr/>
              <a:t> : uniquement visible dans la partie statistique des matchs</a:t>
            </a:r>
          </a:p>
        </p:txBody>
      </p:sp>
      <p:pic>
        <p:nvPicPr>
          <p:cNvPr descr="../screenshots/team_params.png" id="0" name="Picture 1"/>
          <p:cNvPicPr>
            <a:picLocks noGrp="1" noChangeAspect="1"/>
          </p:cNvPicPr>
          <p:nvPr/>
        </p:nvPicPr>
        <p:blipFill>
          <a:blip r:embed="rId2"/>
          <a:stretch>
            <a:fillRect/>
          </a:stretch>
        </p:blipFill>
        <p:spPr bwMode="auto">
          <a:xfrm>
            <a:off x="3568700" y="228600"/>
            <a:ext cx="5105400" cy="43434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Ajouter un événement</a:t>
            </a:r>
          </a:p>
        </p:txBody>
      </p:sp>
      <p:sp>
        <p:nvSpPr>
          <p:cNvPr id="4" name="Text Placeholder 3"/>
          <p:cNvSpPr>
            <a:spLocks noGrp="1"/>
          </p:cNvSpPr>
          <p:nvPr>
            <p:ph idx="2" sz="half" type="body"/>
          </p:nvPr>
        </p:nvSpPr>
        <p:spPr/>
        <p:txBody>
          <a:bodyPr/>
          <a:lstStyle/>
          <a:p>
            <a:pPr lvl="0" indent="0" marL="0">
              <a:buNone/>
            </a:pPr>
            <a:r>
              <a:rPr/>
              <a:t>Tous ces champs sont modifiable plus tard.</a:t>
            </a:r>
          </a:p>
          <a:p>
            <a:pPr lvl="0" indent="0" marL="0">
              <a:spcBef>
                <a:spcPts val="3000"/>
              </a:spcBef>
              <a:buNone/>
            </a:pPr>
            <a:r>
              <a:rPr b="1"/>
              <a:t>Titre</a:t>
            </a:r>
          </a:p>
          <a:p>
            <a:pPr lvl="0" indent="0" marL="0">
              <a:buNone/>
            </a:pPr>
            <a:r>
              <a:rPr/>
              <a:t>Le titre de l’événement</a:t>
            </a:r>
          </a:p>
          <a:p>
            <a:pPr lvl="0" indent="0" marL="0">
              <a:spcBef>
                <a:spcPts val="3000"/>
              </a:spcBef>
              <a:buNone/>
            </a:pPr>
            <a:r>
              <a:rPr b="1"/>
              <a:t>Date</a:t>
            </a:r>
          </a:p>
          <a:p>
            <a:pPr lvl="0" indent="0" marL="0">
              <a:buNone/>
            </a:pPr>
            <a:r>
              <a:rPr/>
              <a:t>date et heure de l’événement, </a:t>
            </a:r>
            <a:r>
              <a:rPr b="1"/>
              <a:t>ne pas oublier</a:t>
            </a:r>
            <a:r>
              <a:rPr/>
              <a:t> de mettre l’heure.</a:t>
            </a:r>
          </a:p>
          <a:p>
            <a:pPr lvl="0" indent="0" marL="0">
              <a:spcBef>
                <a:spcPts val="3000"/>
              </a:spcBef>
              <a:buNone/>
            </a:pPr>
            <a:r>
              <a:rPr b="1"/>
              <a:t>Lieu</a:t>
            </a:r>
          </a:p>
          <a:p>
            <a:pPr lvl="0" indent="0" marL="0">
              <a:buNone/>
            </a:pPr>
            <a:r>
              <a:rPr/>
              <a:t>Le lieu</a:t>
            </a:r>
          </a:p>
          <a:p>
            <a:pPr lvl="0" indent="0" marL="0">
              <a:spcBef>
                <a:spcPts val="3000"/>
              </a:spcBef>
              <a:buNone/>
            </a:pPr>
            <a:r>
              <a:rPr b="1"/>
              <a:t>Description</a:t>
            </a:r>
          </a:p>
          <a:p>
            <a:pPr lvl="0" indent="0" marL="0">
              <a:buNone/>
            </a:pPr>
            <a:r>
              <a:rPr/>
              <a:t>une description</a:t>
            </a:r>
          </a:p>
        </p:txBody>
      </p:sp>
      <p:pic>
        <p:nvPicPr>
          <p:cNvPr descr="../screenshots/add_event.png" id="0" name="Picture 1"/>
          <p:cNvPicPr>
            <a:picLocks noGrp="1" noChangeAspect="1"/>
          </p:cNvPicPr>
          <p:nvPr/>
        </p:nvPicPr>
        <p:blipFill>
          <a:blip r:embed="rId2"/>
          <a:stretch>
            <a:fillRect/>
          </a:stretch>
        </p:blipFill>
        <p:spPr bwMode="auto">
          <a:xfrm>
            <a:off x="3568700" y="495300"/>
            <a:ext cx="5105400" cy="37973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Afficher/modifier un événement</a:t>
            </a:r>
          </a:p>
        </p:txBody>
      </p:sp>
      <p:sp>
        <p:nvSpPr>
          <p:cNvPr id="4" name="Text Placeholder 3"/>
          <p:cNvSpPr>
            <a:spLocks noGrp="1"/>
          </p:cNvSpPr>
          <p:nvPr>
            <p:ph idx="2" sz="half" type="body"/>
          </p:nvPr>
        </p:nvSpPr>
        <p:spPr/>
        <p:txBody>
          <a:bodyPr/>
          <a:lstStyle/>
          <a:p>
            <a:pPr lvl="0" indent="0" marL="0">
              <a:buNone/>
            </a:pPr>
            <a:r>
              <a:rPr/>
              <a:t>Cette page permet de gérer l’événement.</a:t>
            </a:r>
          </a:p>
          <a:p>
            <a:pPr lvl="0" indent="0" marL="0">
              <a:buNone/>
            </a:pPr>
            <a:r>
              <a:rPr/>
              <a:t>Le tableau liste des joueurs permet de modifier les disponibilités.</a:t>
            </a:r>
          </a:p>
        </p:txBody>
      </p:sp>
      <p:pic>
        <p:nvPicPr>
          <p:cNvPr descr="../screenshots/edit_event.png" id="0" name="Picture 1"/>
          <p:cNvPicPr>
            <a:picLocks noGrp="1" noChangeAspect="1"/>
          </p:cNvPicPr>
          <p:nvPr/>
        </p:nvPicPr>
        <p:blipFill>
          <a:blip r:embed="rId2"/>
          <a:stretch>
            <a:fillRect/>
          </a:stretch>
        </p:blipFill>
        <p:spPr bwMode="auto">
          <a:xfrm>
            <a:off x="4851400" y="203200"/>
            <a:ext cx="2552700" cy="43815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Gérer les Gymnases</a:t>
            </a:r>
          </a:p>
        </p:txBody>
      </p:sp>
      <p:sp>
        <p:nvSpPr>
          <p:cNvPr id="4" name="Text Placeholder 3"/>
          <p:cNvSpPr>
            <a:spLocks noGrp="1"/>
          </p:cNvSpPr>
          <p:nvPr>
            <p:ph idx="2" sz="half" type="body"/>
          </p:nvPr>
        </p:nvSpPr>
        <p:spPr/>
        <p:txBody>
          <a:bodyPr/>
          <a:lstStyle/>
          <a:p>
            <a:pPr lvl="0" indent="0" marL="0">
              <a:buNone/>
            </a:pPr>
            <a:r>
              <a:rPr/>
              <a:t>Cette page permet d’ajouter, supprimer des gymnases</a:t>
            </a:r>
          </a:p>
          <a:p>
            <a:pPr lvl="0" indent="0" marL="0">
              <a:spcBef>
                <a:spcPts val="3000"/>
              </a:spcBef>
              <a:buNone/>
            </a:pPr>
            <a:r>
              <a:rPr b="1"/>
              <a:t>Nom du gymnase</a:t>
            </a:r>
          </a:p>
          <a:p>
            <a:pPr lvl="0" indent="0" marL="0">
              <a:buNone/>
            </a:pPr>
            <a:r>
              <a:rPr/>
              <a:t>utiliser le format Ville puis le nom du Gymnase afin de faciliter la recherche.</a:t>
            </a:r>
          </a:p>
          <a:p>
            <a:pPr lvl="0" indent="0" marL="0">
              <a:spcBef>
                <a:spcPts val="3000"/>
              </a:spcBef>
              <a:buNone/>
            </a:pPr>
            <a:r>
              <a:rPr b="1"/>
              <a:t>Adresse</a:t>
            </a:r>
          </a:p>
          <a:p>
            <a:pPr lvl="0" indent="0" marL="0">
              <a:buNone/>
            </a:pPr>
            <a:r>
              <a:rPr/>
              <a:t>ajouter une adresse et le bouton localiser permet de se placer sur la carte.</a:t>
            </a:r>
          </a:p>
          <a:p>
            <a:pPr lvl="0" indent="0" marL="0">
              <a:spcBef>
                <a:spcPts val="3000"/>
              </a:spcBef>
              <a:buNone/>
            </a:pPr>
            <a:r>
              <a:rPr b="1"/>
              <a:t>Latitude et Longitude</a:t>
            </a:r>
          </a:p>
          <a:p>
            <a:pPr lvl="0" indent="0" marL="0">
              <a:buNone/>
            </a:pPr>
            <a:r>
              <a:rPr/>
              <a:t>rempli automatiquement par l’icone de la carte</a:t>
            </a:r>
          </a:p>
          <a:p>
            <a:pPr lvl="0" indent="0" marL="0">
              <a:spcBef>
                <a:spcPts val="3000"/>
              </a:spcBef>
              <a:buNone/>
            </a:pPr>
            <a:r>
              <a:rPr b="1"/>
              <a:t>Aperçu</a:t>
            </a:r>
          </a:p>
          <a:p>
            <a:pPr lvl="0" indent="0" marL="0">
              <a:buNone/>
            </a:pPr>
            <a:r>
              <a:rPr/>
              <a:t>permet de se positioner précisement sur un lieu.</a:t>
            </a:r>
          </a:p>
          <a:p>
            <a:pPr lvl="0" indent="0" marL="0">
              <a:buNone/>
            </a:pPr>
            <a:r>
              <a:rPr/>
              <a:t>La liste des gymnase présents est affiché à la suite dans le tableau.</a:t>
            </a:r>
          </a:p>
        </p:txBody>
      </p:sp>
      <p:pic>
        <p:nvPicPr>
          <p:cNvPr descr="../screenshots/gymnases.png" id="0" name="Picture 1"/>
          <p:cNvPicPr>
            <a:picLocks noGrp="1" noChangeAspect="1"/>
          </p:cNvPicPr>
          <p:nvPr/>
        </p:nvPicPr>
        <p:blipFill>
          <a:blip r:embed="rId2"/>
          <a:stretch>
            <a:fillRect/>
          </a:stretch>
        </p:blipFill>
        <p:spPr bwMode="auto">
          <a:xfrm>
            <a:off x="4483100" y="203200"/>
            <a:ext cx="3263900" cy="4381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Gestion des membres</a:t>
            </a:r>
          </a:p>
        </p:txBody>
      </p:sp>
      <p:sp>
        <p:nvSpPr>
          <p:cNvPr id="3" name="Content Placeholder 2"/>
          <p:cNvSpPr>
            <a:spLocks noGrp="1"/>
          </p:cNvSpPr>
          <p:nvPr>
            <p:ph idx="1"/>
          </p:nvPr>
        </p:nvSpPr>
        <p:spPr/>
        <p:txBody>
          <a:bodyPr/>
          <a:lstStyle/>
          <a:p>
            <a:pPr lvl="0" indent="0" marL="0">
              <a:buNone/>
            </a:pPr>
            <a:r>
              <a:rPr/>
              <a:t>A FAIRE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Gestion des utilisateurs</a:t>
            </a:r>
          </a:p>
        </p:txBody>
      </p:sp>
      <p:sp>
        <p:nvSpPr>
          <p:cNvPr id="4" name="Text Placeholder 3"/>
          <p:cNvSpPr>
            <a:spLocks noGrp="1"/>
          </p:cNvSpPr>
          <p:nvPr>
            <p:ph idx="2" sz="half" type="body"/>
          </p:nvPr>
        </p:nvSpPr>
        <p:spPr/>
        <p:txBody>
          <a:bodyPr/>
          <a:lstStyle/>
          <a:p>
            <a:pPr lvl="0" indent="0" marL="0">
              <a:buNone/>
            </a:pPr>
            <a:r>
              <a:rPr/>
              <a:t>Cette page permet de créer des nouveau utilisateurs : ceux qui se connecterons à l’application.</a:t>
            </a:r>
          </a:p>
          <a:p>
            <a:pPr lvl="0" indent="0" marL="0">
              <a:buNone/>
            </a:pPr>
            <a:r>
              <a:rPr/>
              <a:t>Un mécanisme d’invitation permet d’envoyer un lien à un parent (ou autre) pour qu’il puisse finir de remplir le formulaire avec ses identifiants de connexion. Pour celà il faut juste remplir le nom, le role et associer les membres. Puis le bouton </a:t>
            </a:r>
            <a:r>
              <a:rPr i="1"/>
              <a:t>Générer une invitation</a:t>
            </a:r>
            <a:r>
              <a:rPr/>
              <a:t> crée un lien qu’il faut envoyer à la personne via whatsapp, email, sms.</a:t>
            </a:r>
          </a:p>
        </p:txBody>
      </p:sp>
      <p:pic>
        <p:nvPicPr>
          <p:cNvPr descr="../screenshots/user_add.png" id="0" name="Picture 1"/>
          <p:cNvPicPr>
            <a:picLocks noGrp="1" noChangeAspect="1"/>
          </p:cNvPicPr>
          <p:nvPr/>
        </p:nvPicPr>
        <p:blipFill>
          <a:blip r:embed="rId2"/>
          <a:stretch>
            <a:fillRect/>
          </a:stretch>
        </p:blipFill>
        <p:spPr bwMode="auto">
          <a:xfrm>
            <a:off x="3568700" y="304800"/>
            <a:ext cx="5105400" cy="41783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Profile</a:t>
            </a:r>
          </a:p>
        </p:txBody>
      </p:sp>
      <p:sp>
        <p:nvSpPr>
          <p:cNvPr id="3" name="Content Placeholder 2"/>
          <p:cNvSpPr>
            <a:spLocks noGrp="1"/>
          </p:cNvSpPr>
          <p:nvPr>
            <p:ph idx="1"/>
          </p:nvPr>
        </p:nvSpPr>
        <p:spPr/>
        <p:txBody>
          <a:bodyPr/>
          <a:lstStyle/>
          <a:p>
            <a:pPr lvl="0" indent="0" marL="0">
              <a:buNone/>
            </a:pPr>
            <a:r>
              <a:rPr/>
              <a:t>A FAIRE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a:t>
            </a:r>
          </a:p>
        </p:txBody>
      </p:sp>
      <p:sp>
        <p:nvSpPr>
          <p:cNvPr id="3" name="Content Placeholder 2"/>
          <p:cNvSpPr>
            <a:spLocks noGrp="1"/>
          </p:cNvSpPr>
          <p:nvPr>
            <p:ph idx="1"/>
          </p:nvPr>
        </p:nvSpPr>
        <p:spPr/>
        <p:txBody>
          <a:bodyPr/>
          <a:lstStyle/>
          <a:p>
            <a:pPr lvl="0" indent="0" marL="0">
              <a:spcBef>
                <a:spcPts val="3000"/>
              </a:spcBef>
              <a:buNone/>
            </a:pPr>
            <a:r>
              <a:rPr b="1"/>
              <a:t>En résumé</a:t>
            </a:r>
          </a:p>
          <a:p>
            <a:pPr lvl="0" indent="0" marL="0">
              <a:buNone/>
            </a:pPr>
            <a:r>
              <a:rPr/>
              <a:t>Sport App permet d’organiser plus simplement la vie sportive d’une équipe.</a:t>
            </a:r>
          </a:p>
          <a:p>
            <a:pPr lvl="0" indent="0" marL="0">
              <a:spcBef>
                <a:spcPts val="3000"/>
              </a:spcBef>
              <a:buNone/>
            </a:pPr>
            <a:r>
              <a:rPr b="1"/>
              <a:t>A venir</a:t>
            </a:r>
          </a:p>
          <a:p>
            <a:pPr lvl="0"/>
            <a:r>
              <a:rPr/>
              <a:t>Affichage des informations du club</a:t>
            </a:r>
          </a:p>
          <a:p>
            <a:pPr lvl="0"/>
            <a:r>
              <a:rPr/>
              <a:t>Affichage des règles de vies, lien vers l’inscription, ….</a:t>
            </a:r>
          </a:p>
          <a:p>
            <a:pPr lvl="0"/>
            <a:r>
              <a:rPr/>
              <a:t>Modification de la gestion des membres (filtrage)</a:t>
            </a:r>
          </a:p>
          <a:p>
            <a:pPr lvl="0"/>
            <a:r>
              <a:rPr/>
              <a:t>Ajouter les stats dans le profil des membres</a:t>
            </a:r>
          </a:p>
          <a:p>
            <a:pPr lvl="0"/>
            <a:r>
              <a:rPr/>
              <a:t>Ajout des numéros de tel pour envoyer directement les invitations par whatsapp ou relance?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2026-07-29T10:14:01Z</dcterms:created>
  <dcterms:modified xsi:type="dcterms:W3CDTF">2026-07-29T10:14:01Z</dcterms:modified>
</cp:coreProperties>
</file>

<file path=docProps/custom.xml><?xml version="1.0" encoding="utf-8"?>
<Properties xmlns="http://schemas.openxmlformats.org/officeDocument/2006/custom-properties" xmlns:vt="http://schemas.openxmlformats.org/officeDocument/2006/docPropsVTypes"/>
</file>